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30cb33fa2d45bd" /><Relationship Type="http://schemas.openxmlformats.org/officeDocument/2006/relationships/extended-properties" Target="/docProps/app.xml" Id="R8869a68de90b4d85" /><Relationship Type="http://schemas.openxmlformats.org/officeDocument/2006/relationships/officeDocument" Target="/ppt/presentation.xml" Id="R275c18921e6d45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52e2beda1a4024"/>
  </p:sldMasterIdLst>
  <p:notesMasterIdLst>
    <p:notesMasterId xmlns:r="http://schemas.openxmlformats.org/officeDocument/2006/relationships" r:id="R4f89f6c294e54675"/>
  </p:notesMasterIdLst>
  <p:sldIdLst>
    <p:sldId xmlns:r="http://schemas.openxmlformats.org/officeDocument/2006/relationships" id="256" r:id="R6ebb0c077acf4125"/>
    <p:sldId xmlns:r="http://schemas.openxmlformats.org/officeDocument/2006/relationships" id="257" r:id="R8d616980f52e4a74"/>
    <p:sldId xmlns:r="http://schemas.openxmlformats.org/officeDocument/2006/relationships" id="258" r:id="Rd1fef3fd852b413c"/>
    <p:sldId xmlns:r="http://schemas.openxmlformats.org/officeDocument/2006/relationships" id="259" r:id="R6c9d9320537b40f8"/>
    <p:sldId xmlns:r="http://schemas.openxmlformats.org/officeDocument/2006/relationships" id="260" r:id="R3f703bfdef84410a"/>
    <p:sldId xmlns:r="http://schemas.openxmlformats.org/officeDocument/2006/relationships" id="261" r:id="Rbe1058fbfe98478d"/>
    <p:sldId xmlns:r="http://schemas.openxmlformats.org/officeDocument/2006/relationships" id="262" r:id="Raea5a951e9d94ba8"/>
    <p:sldId xmlns:r="http://schemas.openxmlformats.org/officeDocument/2006/relationships" id="263" r:id="R48c81fc2290c493f"/>
    <p:sldId xmlns:r="http://schemas.openxmlformats.org/officeDocument/2006/relationships" id="264" r:id="R929ed064d147435e"/>
    <p:sldId xmlns:r="http://schemas.openxmlformats.org/officeDocument/2006/relationships" id="265" r:id="R45c8f282fa2a4e26"/>
    <p:sldId xmlns:r="http://schemas.openxmlformats.org/officeDocument/2006/relationships" id="266" r:id="Rcee057016d4f4cde"/>
    <p:sldId xmlns:r="http://schemas.openxmlformats.org/officeDocument/2006/relationships" id="267" r:id="R79c0bed458ae46c0"/>
    <p:sldId xmlns:r="http://schemas.openxmlformats.org/officeDocument/2006/relationships" id="268" r:id="R35c9a7a2f78c422a"/>
    <p:sldId xmlns:r="http://schemas.openxmlformats.org/officeDocument/2006/relationships" id="269" r:id="Rdb628d7146b74c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b72a00c1e949f7" /><Relationship Type="http://schemas.openxmlformats.org/officeDocument/2006/relationships/slideMaster" Target="/ppt/slideMasters/slideMaster1.xml" Id="R6a52e2beda1a4024" /><Relationship Type="http://schemas.openxmlformats.org/officeDocument/2006/relationships/notesMaster" Target="/ppt/notesMasters/notesMaster1.xml" Id="R4f89f6c294e54675" /><Relationship Type="http://schemas.openxmlformats.org/officeDocument/2006/relationships/presProps" Target="/ppt/presProps.xml" Id="R3d585feb8c684cbf" /><Relationship Type="http://schemas.openxmlformats.org/officeDocument/2006/relationships/tableStyles" Target="/ppt/tableStyles.xml" Id="Ra5888d6565414df0" /><Relationship Type="http://schemas.openxmlformats.org/officeDocument/2006/relationships/slide" Target="/ppt/slides/slide1.xml" Id="R6ebb0c077acf4125" /><Relationship Type="http://schemas.openxmlformats.org/officeDocument/2006/relationships/slide" Target="/ppt/slides/slide2.xml" Id="R8d616980f52e4a74" /><Relationship Type="http://schemas.openxmlformats.org/officeDocument/2006/relationships/slide" Target="/ppt/slides/slide3.xml" Id="Rd1fef3fd852b413c" /><Relationship Type="http://schemas.openxmlformats.org/officeDocument/2006/relationships/slide" Target="/ppt/slides/slide4.xml" Id="R6c9d9320537b40f8" /><Relationship Type="http://schemas.openxmlformats.org/officeDocument/2006/relationships/slide" Target="/ppt/slides/slide5.xml" Id="R3f703bfdef84410a" /><Relationship Type="http://schemas.openxmlformats.org/officeDocument/2006/relationships/slide" Target="/ppt/slides/slide6.xml" Id="Rbe1058fbfe98478d" /><Relationship Type="http://schemas.openxmlformats.org/officeDocument/2006/relationships/slide" Target="/ppt/slides/slide7.xml" Id="Raea5a951e9d94ba8" /><Relationship Type="http://schemas.openxmlformats.org/officeDocument/2006/relationships/slide" Target="/ppt/slides/slide8.xml" Id="R48c81fc2290c493f" /><Relationship Type="http://schemas.openxmlformats.org/officeDocument/2006/relationships/slide" Target="/ppt/slides/slide9.xml" Id="R929ed064d147435e" /><Relationship Type="http://schemas.openxmlformats.org/officeDocument/2006/relationships/slide" Target="/ppt/slides/slide10.xml" Id="R45c8f282fa2a4e26" /><Relationship Type="http://schemas.openxmlformats.org/officeDocument/2006/relationships/slide" Target="/ppt/slides/slide11.xml" Id="Rcee057016d4f4cde" /><Relationship Type="http://schemas.openxmlformats.org/officeDocument/2006/relationships/slide" Target="/ppt/slides/slide12.xml" Id="R79c0bed458ae46c0" /><Relationship Type="http://schemas.openxmlformats.org/officeDocument/2006/relationships/slide" Target="/ppt/slides/slide13.xml" Id="R35c9a7a2f78c422a" /><Relationship Type="http://schemas.openxmlformats.org/officeDocument/2006/relationships/slide" Target="/ppt/slides/slide14.xml" Id="Rdb628d7146b7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7b7b7df26b4c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9cc787d0264fbf" /><Relationship Type="http://schemas.openxmlformats.org/officeDocument/2006/relationships/notesMaster" Target="/ppt/notesMasters/notesMaster1.xml" Id="R42c8f38f2e94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54b8b2d9943c2" /><Relationship Type="http://schemas.openxmlformats.org/officeDocument/2006/relationships/notesMaster" Target="/ppt/notesMasters/notesMaster1.xml" Id="R216a2e57bf13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65223b0cbc4770" /><Relationship Type="http://schemas.openxmlformats.org/officeDocument/2006/relationships/notesMaster" Target="/ppt/notesMasters/notesMaster1.xml" Id="Rac91abb083c945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d9e6e6c4fe434e" /><Relationship Type="http://schemas.openxmlformats.org/officeDocument/2006/relationships/notesMaster" Target="/ppt/notesMasters/notesMaster1.xml" Id="Rda81798f7ff249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c04a6e680743fc" /><Relationship Type="http://schemas.openxmlformats.org/officeDocument/2006/relationships/notesMaster" Target="/ppt/notesMasters/notesMaster1.xml" Id="R840b5e9520d345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65157460d145ac" /><Relationship Type="http://schemas.openxmlformats.org/officeDocument/2006/relationships/notesMaster" Target="/ppt/notesMasters/notesMaster1.xml" Id="R9bc6707d09f9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c020aea5c040b2" /><Relationship Type="http://schemas.openxmlformats.org/officeDocument/2006/relationships/notesMaster" Target="/ppt/notesMasters/notesMaster1.xml" Id="Ra4aa36e65ac449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33f7c6e59f499b" /><Relationship Type="http://schemas.openxmlformats.org/officeDocument/2006/relationships/notesMaster" Target="/ppt/notesMasters/notesMaster1.xml" Id="R51cf0f89ccf142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9b4e347da449c3" /><Relationship Type="http://schemas.openxmlformats.org/officeDocument/2006/relationships/notesMaster" Target="/ppt/notesMasters/notesMaster1.xml" Id="Rb20472028fbd43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a6dafd8dac43f5" /><Relationship Type="http://schemas.openxmlformats.org/officeDocument/2006/relationships/notesMaster" Target="/ppt/notesMasters/notesMaster1.xml" Id="R815768ac56d34e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135318b4214a10" /><Relationship Type="http://schemas.openxmlformats.org/officeDocument/2006/relationships/notesMaster" Target="/ppt/notesMasters/notesMaster1.xml" Id="Re32643faf0c749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32affc35b44199" /><Relationship Type="http://schemas.openxmlformats.org/officeDocument/2006/relationships/notesMaster" Target="/ppt/notesMasters/notesMaster1.xml" Id="R1ac2f9306b2945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0b2ef912c24f87" /><Relationship Type="http://schemas.openxmlformats.org/officeDocument/2006/relationships/notesMaster" Target="/ppt/notesMasters/notesMaster1.xml" Id="Rb904b4ff120d47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db1c93c5184d85" /><Relationship Type="http://schemas.openxmlformats.org/officeDocument/2006/relationships/notesMaster" Target="/ppt/notesMasters/notesMaster1.xml" Id="Rb8af754eb5eb4a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0:00–1:30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WITH THE PROMISE: By the end of the next 25 minutes I’ll show you one developer taking a vague idea to a working product, challenging the product, understanding its system, updating its context, and enforcing a safety promise—without writing the implementation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PAUSE: Let the final sentence land. Clarify that this is not ‘AI writes a function’; it is the complete product-building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1:30–3:00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 Use the print analogy as reassurance, not extinction. The worker does not vanish; the useful unit of work moves up a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LINE: If you love building things, this is an extraordinary time to be a developer—the job becomes more about curiosity and less about mechanical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3:00–3:30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 Curiosity about the whole system becomes the defining developer skill: user behaviour, business process, data flow, APIs, incentives, and failure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Let’s make that concrete with a deliberately ordinary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3:30–6:15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CUE: Open Codex and paste the phase 1 prompt from PRESENTER-GUIDE.md.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WHILE IT RUNS: Explain that the spoken prompt stays natural; the repository context bounds the work to local, single-user, two-minute walkthrough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CHECKPOINT: Scope nudge at 5:45 talk time if needed. Switch to run-3-phase-1 at 6:15.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6:15–10:15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CUE: Reveal the first version, then paste the phase 2 interrogation prompt. Give the three fixed answers: 5–20 applications; pain is deciding the next 30 minutes; success is one defensible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POINT: Product judgment changed more value than adding another tracker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run-3-phase-2.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use as the phase 2 reveal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 Change one stage in the browser. Point first to the changed recommendation, then to its reason. Do not explain the ranking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browser capture: output/playwright/final/run-3.png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10:15–12:45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CUE: Paste the phase 3 system-inspection prompt. Ask for seams, contracts, invariants, failure modes, and observable evidence—explicitly not a line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All three rehearsals independently found notes crossing both storage and export seams.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run-3-phase-3 and SYSTEM-INSPECTION.md.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12:45–14:15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CUE: Paste phase 4. Reveal the four short documents, but do not read them. Phase 4’s measured worst case was under five seconds; its narrative value is the habit, not the typing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LINE: Documentation is not a postscript here. It is the context the next loop inherits.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run-3-phase-4.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14:15–15:00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 This is the human selecting the risk and stating the promise. The agent’s job is now to make that promise executable and prove the whole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CUE: Paste phase 5 prompt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15:00–19:15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CUES: On red: ‘The failure is the product promise becoming visible.’ On green: ‘Passing is necessary; the browser still gets the final vote.’ Then show reload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RECOVERY STORY: In run 1, unit tests passed while browser module loading failed. End-to-end evidence caught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HARD FALLBACK: Switch to run-3-phase-5 by 18:15 talk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19:15–21:00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 Median full run was 3:05; worst was 4:01. Phase 1 worst was 2:09. Privacy worst was 1:13. These are capacity timings; the talk intentionally spends longer so the audience can understand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CAVEAT: Three rehearsals with one agent are evidence of repeatability, not a universal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empirical validation: VALIDATION-REPORT.md and RUN-LOG.md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21:00–22:00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 TRACK: Checkpoints are not cheating. They are production thinking applied to communication: bounded failure, quick recovery, intact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REMINDER: Never debug local server startup, downloads, or browser permissions on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22:00–25:30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THE LOOP: What did the human actually do? Framed the outcome, challenged the first product, selected a boundary risk, stated the invariant, and demanded end-to-end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CALL TO ACTION: Pick one small workflow this week and build the context, checkpoints, and evidence around it. Do not start by optimising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TO THE PROMISE: We built the whole product loop without writing the implementation code. The engineering did not disappear; it moved up a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— 25:30–30:00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Q&amp;A — 4 minutes 30 seconds 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room is quiet, ask: Which part of your current development loop is still relying on a human remembering to check it? Or: Which invariant would you make executable first in your own product?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talk material;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b143dea6344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2c8ab408f2426e" /><Relationship Type="http://schemas.openxmlformats.org/officeDocument/2006/relationships/slideLayout" Target="/ppt/slideLayouts/slideLayout1.xml" Id="R717ba50df54448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ba50df54448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b3dbbf0894f49" /><Relationship Type="http://schemas.openxmlformats.org/officeDocument/2006/relationships/notesSlide" Target="/ppt/notesSlides/notesSlide1.xml" Id="R4a2f3209289e4e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9420bf61b4aa7" /><Relationship Type="http://schemas.openxmlformats.org/officeDocument/2006/relationships/notesSlide" Target="/ppt/notesSlides/notesSlide2.xml" Id="R7e05c145308247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dac6bc8244be0" /><Relationship Type="http://schemas.openxmlformats.org/officeDocument/2006/relationships/notesSlide" Target="/ppt/notesSlides/notesSlide3.xml" Id="Rb70d77dbcb5045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5084a553e42e2" /><Relationship Type="http://schemas.openxmlformats.org/officeDocument/2006/relationships/notesSlide" Target="/ppt/notesSlides/notesSlide4.xml" Id="Rc9b12ca39f43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783bb9bdd4252" /><Relationship Type="http://schemas.openxmlformats.org/officeDocument/2006/relationships/notesSlide" Target="/ppt/notesSlides/notesSlide5.xml" Id="Rcff9b756920b44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bdfbcc67f4f21" /><Relationship Type="http://schemas.openxmlformats.org/officeDocument/2006/relationships/image" Target="/ppt/media/image.png" Id="R9a11789a14af4552" /><Relationship Type="http://schemas.openxmlformats.org/officeDocument/2006/relationships/notesSlide" Target="/ppt/notesSlides/notesSlide6.xml" Id="Rd41c2599e90849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48fb098e9438f" /><Relationship Type="http://schemas.openxmlformats.org/officeDocument/2006/relationships/notesSlide" Target="/ppt/notesSlides/notesSlide7.xml" Id="R5b520ee0cfdf40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9f5f9ece440e1" /><Relationship Type="http://schemas.openxmlformats.org/officeDocument/2006/relationships/notesSlide" Target="/ppt/notesSlides/notesSlide8.xml" Id="Rbc87da9117c549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73326765a4529" /><Relationship Type="http://schemas.openxmlformats.org/officeDocument/2006/relationships/notesSlide" Target="/ppt/notesSlides/notesSlide9.xml" Id="Rebff5232d1674d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d7d5224604f34" /><Relationship Type="http://schemas.openxmlformats.org/officeDocument/2006/relationships/notesSlide" Target="/ppt/notesSlides/notesSlide10.xml" Id="R3098b25d43154d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d605b57c648fc" /><Relationship Type="http://schemas.openxmlformats.org/officeDocument/2006/relationships/notesSlide" Target="/ppt/notesSlides/notesSlide11.xml" Id="R4e9e906d828144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8f62364104cb6" /><Relationship Type="http://schemas.openxmlformats.org/officeDocument/2006/relationships/notesSlide" Target="/ppt/notesSlides/notesSlide12.xml" Id="R420aaeb2dbe047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baf576d1f4ee0" /><Relationship Type="http://schemas.openxmlformats.org/officeDocument/2006/relationships/notesSlide" Target="/ppt/notesSlides/notesSlide13.xml" Id="R05dfe78c75254c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8651d0f745de" /><Relationship Type="http://schemas.openxmlformats.org/officeDocument/2006/relationships/notesSlide" Target="/ppt/notesSlides/notesSlide14.xml" Id="R39337bd2523c4c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5FD5AF9-F44A-4602-A431-155F9DF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25 minutes,
we’ll build the whole loop.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5E1FB97-C928-4073-B5FE-3FD72FC4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Idea → product → better question → system insight → tested promise.
Without writing the implementation code.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9A2BC25-ECF7-49EF-9AB4-2C8EDBC4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BEYOND THE PROMPT</a:t>
            </a:r>
          </a:p>
        </p:txBody>
      </p:sp>
    </p:spTree>
    <p:extLst>
      <p:ext uri="{BB962C8B-B14F-4D97-AF65-F5344CB8AC3E}">
        <p14:creationId xmlns:p14="http://schemas.microsoft.com/office/powerpoint/2010/main" val="18386059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621F820-3487-4F6C-99AA-F08C9EB3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3618246-00D6-4899-A9E0-CB7E4608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valuable role moves up a level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74426ED-73A9-48FD-B3A7-483E079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Print worker → digital editor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Publishing did not simply make the same hands faster. Value moved toward composition, audience, distribution, and judgment.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13EAC07-E64E-4D9C-8773-4CEE5783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Software engineer → product builder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Agents make implementation cheaper. Value moves toward outcomes, context, system boundaries, feedback loops,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7768672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BBF88F3-59A7-434D-9512-F4F4DA10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B57A127-DED8-4D86-98B7-595C619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human job is to shape the system around the work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B7C05242-B826-4FBB-A9AD-70B7C6C4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
What outcome matters?
What is deliberately out of scope?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690D7D93-A919-4470-AAE6-323BB0F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LOOP
What context, checkpoint, and feedback will steer the agent?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DB30A7D6-0E10-4135-970F-1DB8DF9E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
What evidence makes the product promise believable?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78038DD8-700D-450D-BF41-6FB603AF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DD3ABA0E-942E-4A35-B222-D5BDAF31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E4190830-A8A0-4D19-8C16-FAA889B5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729449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DD4A85E-B1E9-4B70-BD6D-80F086C7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“Build me a job
application tracker.”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C3A7713-DE5B-4B4C-BAF6-69302B83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broad product goal. A bounded technical box. A visible stop condition.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6BE4651-5F1B-4D05-8460-31C6D1FF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DEMO · PHASE 1</a:t>
            </a:r>
          </a:p>
        </p:txBody>
      </p:sp>
    </p:spTree>
    <p:extLst>
      <p:ext uri="{BB962C8B-B14F-4D97-AF65-F5344CB8AC3E}">
        <p14:creationId xmlns:p14="http://schemas.microsoft.com/office/powerpoint/2010/main" val="1249949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D26D915-1AD7-4561-9291-C975D1D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8EECDC7-872D-49FD-A8D7-96583668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first request was not the real product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91CE025-E77D-4C42-AD50-9B72F0F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Track my applications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record of companies, roles, stages, deadlines, and notes. Useful—but centred on data entry.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5972630-4B32-46D8-A02D-8446D726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Tell me what to do next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defensible action for the next 30 minutes, explained by the application’s stage and deadline.</a:t>
            </a:r>
          </a:p>
        </p:txBody>
      </p:sp>
    </p:spTree>
    <p:extLst>
      <p:ext uri="{BB962C8B-B14F-4D97-AF65-F5344CB8AC3E}">
        <p14:creationId xmlns:p14="http://schemas.microsoft.com/office/powerpoint/2010/main" val="8719672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BE0CFC4-0AE1-4463-B20C-28B38D03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000EA6C-38A2-4175-8BD2-B6D04E17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Now it answers the real question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B865730-312C-4D8C-83A5-302224B2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F8F9DEE-9413-41EE-B902-358E2F34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next move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recommendation changes when the underlying application changes—and explains why. The ledger supports the decision instead of dominating it.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1789a14af4552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719"/>
            </a:avLst>
          </a:prstGeom>
        </p:spPr>
      </p:pic>
    </p:spTree>
    <p:extLst>
      <p:ext uri="{BB962C8B-B14F-4D97-AF65-F5344CB8AC3E}">
        <p14:creationId xmlns:p14="http://schemas.microsoft.com/office/powerpoint/2010/main" val="10545798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BCE3CA6-0884-4500-8E22-A3931728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B1F33C9-C491-4B78-A314-46B8BBE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boundaries and promises—not every generated line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2A872D4-8E7B-4626-9270-F38F3C6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Storage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data survives a reload? What happens when a write fails?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72EE366-4639-4109-A838-A99CB10A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Rendering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counts, the board, and the recommendation agree?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8A0B1F2-C67B-4B47-AD81-6AB4C0F2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policy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Are ranking and explanation driven by the same signals?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9281CF4-150E-4F5D-ACBA-75E34CC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fields are safe to cross a shareable boundary?</a:t>
            </a:r>
          </a:p>
        </p:txBody>
      </p:sp>
    </p:spTree>
    <p:extLst>
      <p:ext uri="{BB962C8B-B14F-4D97-AF65-F5344CB8AC3E}">
        <p14:creationId xmlns:p14="http://schemas.microsoft.com/office/powerpoint/2010/main" val="710701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90303E2-FC64-49CC-9C4F-E3267380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B6C8F0E9-556B-4835-8971-66627DEE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 is part of the product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AB1C809-89AB-4D21-978C-550A0EC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Outcome, user, success signal, and deliberate scope.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5BBAAB0-DC2D-4CED-A85B-46F9797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Components, data flow, seams, and pressure points.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CFA3D1A-D1F1-4E6C-955E-F9F1FB09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Invariants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Promises that must keep holding as agents change the system.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2D43E70-BE67-41C6-83E3-53C21DCA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work is framed, verified, recovered, and checkpointed.</a:t>
            </a:r>
          </a:p>
        </p:txBody>
      </p:sp>
    </p:spTree>
    <p:extLst>
      <p:ext uri="{BB962C8B-B14F-4D97-AF65-F5344CB8AC3E}">
        <p14:creationId xmlns:p14="http://schemas.microsoft.com/office/powerpoint/2010/main" val="1279760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F478936-E488-43AC-88B0-953EE9F3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Notes are
session-private.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7534553-7305-456A-BDF7-6F549350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Never persist. Never export. Turn the promise into an executable invariant.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612A78B-9393-46BB-B61A-1448480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DEMO · PHASE 5</a:t>
            </a:r>
          </a:p>
        </p:txBody>
      </p:sp>
    </p:spTree>
    <p:extLst>
      <p:ext uri="{BB962C8B-B14F-4D97-AF65-F5344CB8AC3E}">
        <p14:creationId xmlns:p14="http://schemas.microsoft.com/office/powerpoint/2010/main" val="12045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23A24EA-0BA8-4606-8CF6-F69AC23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0DE1C-0C97-414F-8AB9-88AF8019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test is evidence; the browser still gets the final vote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908373C-E7D5-458F-95DE-FE560AD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1C4FBCE-7C7D-4ED5-8060-298E6402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E95DBF4-434A-4913-920E-31FBA430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06A9A7E-5FDF-4FB0-9322-5B8D0AE1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EC17790-A624-4906-8A6F-FF2BF4B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GREEN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FAFD33C-8A58-4EE8-A741-5410C0F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REAL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A4FD8A0-F3E7-4580-AA68-60443931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it pass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smallest boundary projection removes notes and preserves safe fields.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25A01AF-15D3-48BD-9E5A-8A29077F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it fail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old serializer proves the private note still crosses the boundary.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B2F1EC5-2DEE-4F12-B7E2-D7EDA55D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Reload the product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Company and action remain. The secret note does not.</a:t>
            </a:r>
          </a:p>
        </p:txBody>
      </p:sp>
    </p:spTree>
    <p:extLst>
      <p:ext uri="{BB962C8B-B14F-4D97-AF65-F5344CB8AC3E}">
        <p14:creationId xmlns:p14="http://schemas.microsoft.com/office/powerpoint/2010/main" val="181871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0256FB1-96C1-478E-9D98-05EBDA2D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5393DB96-419F-4DA1-9D0C-F3ADA53A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A5CB5B9-66DA-4779-B8B1-FE6C1B02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665F0AF-7DF8-46BB-BFF5-B0CC472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0595B23-2498-4D31-A428-A550CFDA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rehearsals made the risk visible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162AA71-58C1-47EE-99BC-024D416B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stop conditions passed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8F9937E-D967-4AEE-85A2-1AE778E8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Worst full-run time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84AD5E1-6EEC-460F-B005-CC95F979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Presenter nudges required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F9643D2-4708-4D4B-A9E0-3F16380D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 / 15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ACB916B-F5CA-486F-BAEB-5D1E5B9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046034E-5244-4FDA-BB6B-9976D9A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4:01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13F961E-BE26-46B3-8077-1DCFD35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EMPIRICAL RESULT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workflow was consistently fast. Reliability came from the checkpoints and the browser loop—not from assuming the first output was correct.</a:t>
            </a:r>
          </a:p>
        </p:txBody>
      </p:sp>
    </p:spTree>
    <p:extLst>
      <p:ext uri="{BB962C8B-B14F-4D97-AF65-F5344CB8AC3E}">
        <p14:creationId xmlns:p14="http://schemas.microsoft.com/office/powerpoint/2010/main" val="15469677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7CA013A-8048-4DE0-97EB-C2E6071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93F9ECC-FD0C-4060-8339-54C05C6C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live demo should have engineered exits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9A1AAC6-049C-4C7F-A779-84637F47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04F0220-3DAD-4484-AE6E-2DC273B1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7F47C19-2F9D-49C1-A628-497F0327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29BFED06-4CDA-4C61-8FAB-1AB0B21C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6AE97BC-A929-45D8-A201-94B3943D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 nudge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90 seconds: stop expanding scope and exercise the promised browser path.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940F050-B53B-40D4-B00E-496D4D7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2581DFD-BF3F-4366-B017-E069908E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checkpoint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two minutes: switch to the next known-good tag and preserve the story.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936F2F5-AC9F-4B53-96D2-C2470058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B866991-BC01-45CD-8EA5-DA03EC67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Prepared evidence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final app, privacy output, and screenshots open before the audience arrives.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3CC2619-57C7-433F-A5E6-E9B16B37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MINUTES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A0EC02-623E-469C-A794-2E5A87A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 SECONDS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F18B3DEA-5186-464C-98CC-7F554CF1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TECH CHECK</a:t>
            </a:r>
          </a:p>
        </p:txBody>
      </p:sp>
    </p:spTree>
    <p:extLst>
      <p:ext uri="{BB962C8B-B14F-4D97-AF65-F5344CB8AC3E}">
        <p14:creationId xmlns:p14="http://schemas.microsoft.com/office/powerpoint/2010/main" val="5172023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C0DDEE9-8091-4B5D-831F-86B8ACDB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548BEEF-49F1-445F-AD97-C373239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one small agent-owned loop this week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31699EC-7F0F-46B9-A805-97BE3FD2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a real workflow with a visible user outcome—not a toy function. Keep the human on the loop: ask better questions, choose the risk, and demand evidence.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E21FD46-6F7B-4E1C-BB60-DEC4FF23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Outcome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70A36DAD-F6C2-432C-84B7-5C3BDAE1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F471482F-AC2E-47B5-BA3F-BF2D7426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goal is not to supervise every generated line. It is to design a system in which useful work can move quickly without losing understanding or ownership.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Then update the context so the next loop starts smarter.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5BF48F5-91C2-4EC0-9860-F5BC759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Boundaries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8295606-3F98-4A72-B925-5F69D907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0DD92A17-8D8B-4E82-8650-69432659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Evidence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17911B0-A499-4297-B1CC-C472D29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8806D751-1DF8-42B8-9832-CD46FDA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· Context + invariant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E87ADCC-002E-463D-B8AF-46F86EA4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0D7B6C0B-34AD-4365-A402-A00465D8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· Repeat the loop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9B7770DA-31AC-498D-96DA-9AEF4BCA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8611134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220324D-2606-4803-9A5D-5EED335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the loop,
not the line.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7100DA3-2029-4EBB-A111-5C85A1F1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the outcome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 the system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Demand the evidence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F63C057-6450-4736-B383-8290543D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833350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2026-08-10T05:23:47.2860000Z</dcterms:created>
  <dcterms:modified xsi:type="dcterms:W3CDTF">2026-08-10T05:23:47.2860000Z</dcterms:modified>
</coreProperties>
</file>